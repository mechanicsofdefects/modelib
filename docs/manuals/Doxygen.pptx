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77f82cf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f77f82cf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77f82cfd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f77f82cfd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77f82cfd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f77f82cfd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77f82cfd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f77f82cfd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77f82cfd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f77f82cfd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77f82cfd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f77f82cfd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s://freepik.com/" TargetMode="External"/><Relationship Id="rId4" Type="http://schemas.openxmlformats.org/officeDocument/2006/relationships/hyperlink" Target="https://freepik.com/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1014550"/>
            <a:ext cx="5602200" cy="221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315975"/>
            <a:ext cx="5602200" cy="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55375" y="539500"/>
            <a:ext cx="9199350" cy="4604000"/>
            <a:chOff x="-55375" y="539500"/>
            <a:chExt cx="9199350" cy="4604000"/>
          </a:xfrm>
        </p:grpSpPr>
        <p:cxnSp>
          <p:nvCxnSpPr>
            <p:cNvPr id="13" name="Google Shape;13;p2"/>
            <p:cNvCxnSpPr/>
            <p:nvPr/>
          </p:nvCxnSpPr>
          <p:spPr>
            <a:xfrm>
              <a:off x="-55375" y="4608575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4751675" y="539500"/>
              <a:ext cx="4392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1512075" y="2036300"/>
            <a:ext cx="49449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8" name="Google Shape;18;p3"/>
          <p:cNvSpPr txBox="1"/>
          <p:nvPr>
            <p:ph hasCustomPrompt="1" idx="2" type="title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12075" y="3573275"/>
            <a:ext cx="49449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20" name="Google Shape;20;p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713250" y="1217050"/>
            <a:ext cx="7717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/>
          <p:nvPr/>
        </p:nvSpPr>
        <p:spPr>
          <a:xfrm flipH="1">
            <a:off x="0" y="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" name="Google Shape;26;p4"/>
          <p:cNvGrpSpPr/>
          <p:nvPr/>
        </p:nvGrpSpPr>
        <p:grpSpPr>
          <a:xfrm>
            <a:off x="150" y="0"/>
            <a:ext cx="8860050" cy="4876025"/>
            <a:chOff x="150" y="0"/>
            <a:chExt cx="8860050" cy="4876025"/>
          </a:xfrm>
        </p:grpSpPr>
        <p:cxnSp>
          <p:nvCxnSpPr>
            <p:cNvPr id="27" name="Google Shape;27;p4"/>
            <p:cNvCxnSpPr/>
            <p:nvPr/>
          </p:nvCxnSpPr>
          <p:spPr>
            <a:xfrm>
              <a:off x="8860200" y="0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" name="Google Shape;28;p4"/>
            <p:cNvCxnSpPr/>
            <p:nvPr/>
          </p:nvCxnSpPr>
          <p:spPr>
            <a:xfrm rot="10800000">
              <a:off x="150" y="4876025"/>
              <a:ext cx="8444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2954672" y="2027976"/>
            <a:ext cx="43122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2954672" y="1519425"/>
            <a:ext cx="43122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2954649" y="3619500"/>
            <a:ext cx="43122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4" type="subTitle"/>
          </p:nvPr>
        </p:nvSpPr>
        <p:spPr>
          <a:xfrm>
            <a:off x="2954649" y="3110949"/>
            <a:ext cx="43122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35" name="Google Shape;35;p5"/>
          <p:cNvSpPr/>
          <p:nvPr/>
        </p:nvSpPr>
        <p:spPr>
          <a:xfrm flipH="1"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" name="Google Shape;36;p5"/>
          <p:cNvCxnSpPr/>
          <p:nvPr/>
        </p:nvCxnSpPr>
        <p:spPr>
          <a:xfrm rot="10800000">
            <a:off x="8864825" y="0"/>
            <a:ext cx="0" cy="413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9" name="Google Shape;39;p6"/>
          <p:cNvSpPr/>
          <p:nvPr/>
        </p:nvSpPr>
        <p:spPr>
          <a:xfrm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" name="Google Shape;40;p6"/>
          <p:cNvGrpSpPr/>
          <p:nvPr/>
        </p:nvGrpSpPr>
        <p:grpSpPr>
          <a:xfrm>
            <a:off x="141900" y="-26"/>
            <a:ext cx="9002025" cy="4876051"/>
            <a:chOff x="141900" y="-26"/>
            <a:chExt cx="9002025" cy="4876051"/>
          </a:xfrm>
        </p:grpSpPr>
        <p:cxnSp>
          <p:nvCxnSpPr>
            <p:cNvPr id="41" name="Google Shape;41;p6"/>
            <p:cNvCxnSpPr/>
            <p:nvPr/>
          </p:nvCxnSpPr>
          <p:spPr>
            <a:xfrm>
              <a:off x="4576425" y="4876025"/>
              <a:ext cx="4567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" name="Google Shape;42;p6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713225" y="519075"/>
            <a:ext cx="2789700" cy="197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subTitle"/>
          </p:nvPr>
        </p:nvSpPr>
        <p:spPr>
          <a:xfrm>
            <a:off x="713225" y="2558881"/>
            <a:ext cx="2789700" cy="13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7"/>
          <p:cNvSpPr/>
          <p:nvPr/>
        </p:nvSpPr>
        <p:spPr>
          <a:xfrm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" name="Google Shape;48;p7"/>
          <p:cNvGrpSpPr/>
          <p:nvPr/>
        </p:nvGrpSpPr>
        <p:grpSpPr>
          <a:xfrm>
            <a:off x="0" y="-300"/>
            <a:ext cx="3812275" cy="4608875"/>
            <a:chOff x="0" y="-300"/>
            <a:chExt cx="3812275" cy="4608875"/>
          </a:xfrm>
        </p:grpSpPr>
        <p:cxnSp>
          <p:nvCxnSpPr>
            <p:cNvPr id="49" name="Google Shape;49;p7"/>
            <p:cNvCxnSpPr/>
            <p:nvPr/>
          </p:nvCxnSpPr>
          <p:spPr>
            <a:xfrm rot="10800000">
              <a:off x="3812275" y="-300"/>
              <a:ext cx="0" cy="69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" name="Google Shape;50;p7"/>
            <p:cNvCxnSpPr/>
            <p:nvPr/>
          </p:nvCxnSpPr>
          <p:spPr>
            <a:xfrm>
              <a:off x="0" y="4608575"/>
              <a:ext cx="338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1864800" y="1219025"/>
            <a:ext cx="5414400" cy="22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53" name="Google Shape;53;p8"/>
          <p:cNvSpPr/>
          <p:nvPr/>
        </p:nvSpPr>
        <p:spPr>
          <a:xfrm flipH="1">
            <a:off x="-55375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" name="Google Shape;54;p8"/>
          <p:cNvGrpSpPr/>
          <p:nvPr/>
        </p:nvGrpSpPr>
        <p:grpSpPr>
          <a:xfrm flipH="1">
            <a:off x="-55200" y="539500"/>
            <a:ext cx="9199200" cy="4604000"/>
            <a:chOff x="-55375" y="539500"/>
            <a:chExt cx="9199200" cy="4604000"/>
          </a:xfrm>
        </p:grpSpPr>
        <p:cxnSp>
          <p:nvCxnSpPr>
            <p:cNvPr id="55" name="Google Shape;55;p8"/>
            <p:cNvCxnSpPr/>
            <p:nvPr/>
          </p:nvCxnSpPr>
          <p:spPr>
            <a:xfrm>
              <a:off x="-55375" y="4608575"/>
              <a:ext cx="5659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" name="Google Shape;56;p8"/>
            <p:cNvCxnSpPr/>
            <p:nvPr/>
          </p:nvCxnSpPr>
          <p:spPr>
            <a:xfrm>
              <a:off x="4502525" y="539500"/>
              <a:ext cx="4641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" name="Google Shape;57;p8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1962900" y="829786"/>
            <a:ext cx="5218200" cy="133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1962900" y="2282714"/>
            <a:ext cx="5218200" cy="20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61" name="Google Shape;61;p9"/>
          <p:cNvSpPr/>
          <p:nvPr/>
        </p:nvSpPr>
        <p:spPr>
          <a:xfrm>
            <a:off x="75" y="4426700"/>
            <a:ext cx="9144000" cy="71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" name="Google Shape;62;p9"/>
          <p:cNvGrpSpPr/>
          <p:nvPr/>
        </p:nvGrpSpPr>
        <p:grpSpPr>
          <a:xfrm>
            <a:off x="712700" y="539500"/>
            <a:ext cx="8431300" cy="4604000"/>
            <a:chOff x="712700" y="539500"/>
            <a:chExt cx="8431300" cy="4604000"/>
          </a:xfrm>
        </p:grpSpPr>
        <p:cxnSp>
          <p:nvCxnSpPr>
            <p:cNvPr id="63" name="Google Shape;63;p9"/>
            <p:cNvCxnSpPr/>
            <p:nvPr/>
          </p:nvCxnSpPr>
          <p:spPr>
            <a:xfrm>
              <a:off x="4572000" y="539500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9"/>
            <p:cNvCxnSpPr/>
            <p:nvPr/>
          </p:nvCxnSpPr>
          <p:spPr>
            <a:xfrm rot="10800000">
              <a:off x="712700" y="1685400"/>
              <a:ext cx="0" cy="3458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/>
          <p:nvPr>
            <p:ph type="title"/>
          </p:nvPr>
        </p:nvSpPr>
        <p:spPr>
          <a:xfrm>
            <a:off x="713225" y="3946875"/>
            <a:ext cx="77175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hasCustomPrompt="1" type="title"/>
          </p:nvPr>
        </p:nvSpPr>
        <p:spPr>
          <a:xfrm>
            <a:off x="1604400" y="1354558"/>
            <a:ext cx="5935200" cy="18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7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9pPr>
          </a:lstStyle>
          <a:p>
            <a:r>
              <a:t>xx%</a:t>
            </a:r>
          </a:p>
        </p:txBody>
      </p:sp>
      <p:sp>
        <p:nvSpPr>
          <p:cNvPr id="70" name="Google Shape;70;p11"/>
          <p:cNvSpPr txBox="1"/>
          <p:nvPr>
            <p:ph idx="1" type="subTitle"/>
          </p:nvPr>
        </p:nvSpPr>
        <p:spPr>
          <a:xfrm>
            <a:off x="1604400" y="3199142"/>
            <a:ext cx="59352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71" name="Google Shape;71;p11"/>
          <p:cNvSpPr/>
          <p:nvPr/>
        </p:nvSpPr>
        <p:spPr>
          <a:xfrm rot="10800000">
            <a:off x="-55375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" name="Google Shape;72;p11"/>
          <p:cNvGrpSpPr/>
          <p:nvPr/>
        </p:nvGrpSpPr>
        <p:grpSpPr>
          <a:xfrm rot="10800000">
            <a:off x="-55325" y="0"/>
            <a:ext cx="9199325" cy="4604000"/>
            <a:chOff x="-55375" y="539500"/>
            <a:chExt cx="9199325" cy="4604000"/>
          </a:xfrm>
        </p:grpSpPr>
        <p:cxnSp>
          <p:nvCxnSpPr>
            <p:cNvPr id="73" name="Google Shape;73;p11"/>
            <p:cNvCxnSpPr/>
            <p:nvPr/>
          </p:nvCxnSpPr>
          <p:spPr>
            <a:xfrm>
              <a:off x="-55375" y="4608575"/>
              <a:ext cx="4563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" name="Google Shape;74;p11"/>
            <p:cNvCxnSpPr/>
            <p:nvPr/>
          </p:nvCxnSpPr>
          <p:spPr>
            <a:xfrm>
              <a:off x="2576350" y="539500"/>
              <a:ext cx="6567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" name="Google Shape;75;p11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" type="subTitle"/>
          </p:nvPr>
        </p:nvSpPr>
        <p:spPr>
          <a:xfrm>
            <a:off x="1936100" y="2129352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2" type="subTitle"/>
          </p:nvPr>
        </p:nvSpPr>
        <p:spPr>
          <a:xfrm>
            <a:off x="1936100" y="1370275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81" name="Google Shape;81;p13"/>
          <p:cNvSpPr txBox="1"/>
          <p:nvPr>
            <p:ph hasCustomPrompt="1" idx="3" type="title"/>
          </p:nvPr>
        </p:nvSpPr>
        <p:spPr>
          <a:xfrm>
            <a:off x="993600" y="1483400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idx="4" type="subTitle"/>
          </p:nvPr>
        </p:nvSpPr>
        <p:spPr>
          <a:xfrm>
            <a:off x="1936100" y="3827175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5" type="subTitle"/>
          </p:nvPr>
        </p:nvSpPr>
        <p:spPr>
          <a:xfrm>
            <a:off x="1936100" y="3068200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hasCustomPrompt="1" idx="6" type="title"/>
          </p:nvPr>
        </p:nvSpPr>
        <p:spPr>
          <a:xfrm>
            <a:off x="993600" y="3179712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/>
          <p:nvPr>
            <p:ph idx="7" type="subTitle"/>
          </p:nvPr>
        </p:nvSpPr>
        <p:spPr>
          <a:xfrm>
            <a:off x="5969570" y="2129352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8" type="subTitle"/>
          </p:nvPr>
        </p:nvSpPr>
        <p:spPr>
          <a:xfrm>
            <a:off x="5969570" y="1370275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hasCustomPrompt="1" idx="9" type="title"/>
          </p:nvPr>
        </p:nvSpPr>
        <p:spPr>
          <a:xfrm>
            <a:off x="5033780" y="1483400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/>
          <p:nvPr>
            <p:ph idx="13" type="subTitle"/>
          </p:nvPr>
        </p:nvSpPr>
        <p:spPr>
          <a:xfrm>
            <a:off x="5969570" y="3827175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4" type="subTitle"/>
          </p:nvPr>
        </p:nvSpPr>
        <p:spPr>
          <a:xfrm>
            <a:off x="5969570" y="3068200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90" name="Google Shape;90;p13"/>
          <p:cNvSpPr txBox="1"/>
          <p:nvPr>
            <p:ph hasCustomPrompt="1" idx="15" type="title"/>
          </p:nvPr>
        </p:nvSpPr>
        <p:spPr>
          <a:xfrm>
            <a:off x="5033780" y="3179712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cxnSp>
        <p:nvCxnSpPr>
          <p:cNvPr id="91" name="Google Shape;91;p1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83150" y="3920175"/>
            <a:ext cx="7577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" name="Google Shape;94;p14"/>
          <p:cNvSpPr txBox="1"/>
          <p:nvPr>
            <p:ph idx="1" type="subTitle"/>
          </p:nvPr>
        </p:nvSpPr>
        <p:spPr>
          <a:xfrm>
            <a:off x="783150" y="1722374"/>
            <a:ext cx="7577700" cy="212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1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cxnSp>
        <p:nvCxnSpPr>
          <p:cNvPr id="95" name="Google Shape;95;p14"/>
          <p:cNvCxnSpPr/>
          <p:nvPr/>
        </p:nvCxnSpPr>
        <p:spPr>
          <a:xfrm rot="10800000">
            <a:off x="75" y="4876025"/>
            <a:ext cx="82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 flipH="1">
            <a:off x="2052825" y="2036300"/>
            <a:ext cx="55791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98" name="Google Shape;98;p15"/>
          <p:cNvSpPr txBox="1"/>
          <p:nvPr>
            <p:ph hasCustomPrompt="1" idx="2" type="title"/>
          </p:nvPr>
        </p:nvSpPr>
        <p:spPr>
          <a:xfrm flipH="1">
            <a:off x="6555825" y="1012500"/>
            <a:ext cx="1076100" cy="87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 flipH="1">
            <a:off x="2052825" y="3573275"/>
            <a:ext cx="55791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00" name="Google Shape;100;p15"/>
          <p:cNvSpPr/>
          <p:nvPr/>
        </p:nvSpPr>
        <p:spPr>
          <a:xfrm flipH="1">
            <a:off x="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" name="Google Shape;101;p15"/>
          <p:cNvCxnSpPr/>
          <p:nvPr/>
        </p:nvCxnSpPr>
        <p:spPr>
          <a:xfrm rot="10800000">
            <a:off x="0" y="4876025"/>
            <a:ext cx="48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2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" type="subTitle"/>
          </p:nvPr>
        </p:nvSpPr>
        <p:spPr>
          <a:xfrm>
            <a:off x="713225" y="358247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hasCustomPrompt="1" idx="2" type="title"/>
          </p:nvPr>
        </p:nvSpPr>
        <p:spPr>
          <a:xfrm>
            <a:off x="713225" y="1575103"/>
            <a:ext cx="24003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6" name="Google Shape;106;p16"/>
          <p:cNvSpPr txBox="1"/>
          <p:nvPr>
            <p:ph idx="3" type="subTitle"/>
          </p:nvPr>
        </p:nvSpPr>
        <p:spPr>
          <a:xfrm>
            <a:off x="713225" y="2654575"/>
            <a:ext cx="24003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07" name="Google Shape;107;p16"/>
          <p:cNvSpPr txBox="1"/>
          <p:nvPr>
            <p:ph idx="4" type="subTitle"/>
          </p:nvPr>
        </p:nvSpPr>
        <p:spPr>
          <a:xfrm>
            <a:off x="6030475" y="358247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6"/>
          <p:cNvSpPr txBox="1"/>
          <p:nvPr>
            <p:ph hasCustomPrompt="1" idx="5" type="title"/>
          </p:nvPr>
        </p:nvSpPr>
        <p:spPr>
          <a:xfrm>
            <a:off x="6030475" y="1575103"/>
            <a:ext cx="24003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9" name="Google Shape;109;p16"/>
          <p:cNvSpPr txBox="1"/>
          <p:nvPr>
            <p:ph idx="6" type="subTitle"/>
          </p:nvPr>
        </p:nvSpPr>
        <p:spPr>
          <a:xfrm>
            <a:off x="6030475" y="2654575"/>
            <a:ext cx="24003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10" name="Google Shape;110;p16"/>
          <p:cNvSpPr txBox="1"/>
          <p:nvPr>
            <p:ph idx="7" type="subTitle"/>
          </p:nvPr>
        </p:nvSpPr>
        <p:spPr>
          <a:xfrm>
            <a:off x="3371850" y="358247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6"/>
          <p:cNvSpPr txBox="1"/>
          <p:nvPr>
            <p:ph hasCustomPrompt="1" idx="8" type="title"/>
          </p:nvPr>
        </p:nvSpPr>
        <p:spPr>
          <a:xfrm>
            <a:off x="3371850" y="1575103"/>
            <a:ext cx="24003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2" name="Google Shape;112;p16"/>
          <p:cNvSpPr txBox="1"/>
          <p:nvPr>
            <p:ph idx="9" type="subTitle"/>
          </p:nvPr>
        </p:nvSpPr>
        <p:spPr>
          <a:xfrm>
            <a:off x="3371850" y="2654575"/>
            <a:ext cx="24003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cxnSp>
        <p:nvCxnSpPr>
          <p:cNvPr id="113" name="Google Shape;113;p16"/>
          <p:cNvCxnSpPr/>
          <p:nvPr/>
        </p:nvCxnSpPr>
        <p:spPr>
          <a:xfrm rot="10800000">
            <a:off x="5035800" y="4797575"/>
            <a:ext cx="410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2_1_2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idx="1" type="subTitle"/>
          </p:nvPr>
        </p:nvSpPr>
        <p:spPr>
          <a:xfrm>
            <a:off x="2370900" y="1278125"/>
            <a:ext cx="4402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hasCustomPrompt="1" type="title"/>
          </p:nvPr>
        </p:nvSpPr>
        <p:spPr>
          <a:xfrm>
            <a:off x="2370900" y="572825"/>
            <a:ext cx="44022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7" name="Google Shape;117;p17"/>
          <p:cNvSpPr txBox="1"/>
          <p:nvPr>
            <p:ph idx="2" type="subTitle"/>
          </p:nvPr>
        </p:nvSpPr>
        <p:spPr>
          <a:xfrm>
            <a:off x="2370900" y="4087875"/>
            <a:ext cx="4402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7"/>
          <p:cNvSpPr txBox="1"/>
          <p:nvPr>
            <p:ph hasCustomPrompt="1" idx="3" type="title"/>
          </p:nvPr>
        </p:nvSpPr>
        <p:spPr>
          <a:xfrm>
            <a:off x="2370900" y="3382575"/>
            <a:ext cx="44022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9" name="Google Shape;119;p17"/>
          <p:cNvSpPr txBox="1"/>
          <p:nvPr>
            <p:ph idx="4" type="subTitle"/>
          </p:nvPr>
        </p:nvSpPr>
        <p:spPr>
          <a:xfrm>
            <a:off x="2370900" y="2683000"/>
            <a:ext cx="4402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7"/>
          <p:cNvSpPr txBox="1"/>
          <p:nvPr>
            <p:ph hasCustomPrompt="1" idx="5" type="title"/>
          </p:nvPr>
        </p:nvSpPr>
        <p:spPr>
          <a:xfrm>
            <a:off x="2370900" y="1977700"/>
            <a:ext cx="44022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121" name="Google Shape;121;p17"/>
          <p:cNvGrpSpPr/>
          <p:nvPr/>
        </p:nvGrpSpPr>
        <p:grpSpPr>
          <a:xfrm>
            <a:off x="711250" y="-125"/>
            <a:ext cx="7719525" cy="5143625"/>
            <a:chOff x="711250" y="-125"/>
            <a:chExt cx="7719525" cy="5143625"/>
          </a:xfrm>
        </p:grpSpPr>
        <p:cxnSp>
          <p:nvCxnSpPr>
            <p:cNvPr id="122" name="Google Shape;122;p17"/>
            <p:cNvCxnSpPr/>
            <p:nvPr/>
          </p:nvCxnSpPr>
          <p:spPr>
            <a:xfrm rot="10800000">
              <a:off x="711250" y="2191500"/>
              <a:ext cx="0" cy="295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17"/>
            <p:cNvCxnSpPr/>
            <p:nvPr/>
          </p:nvCxnSpPr>
          <p:spPr>
            <a:xfrm rot="10800000">
              <a:off x="8430775" y="-125"/>
              <a:ext cx="0" cy="2191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_1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grpSp>
        <p:nvGrpSpPr>
          <p:cNvPr id="126" name="Google Shape;126;p18"/>
          <p:cNvGrpSpPr/>
          <p:nvPr/>
        </p:nvGrpSpPr>
        <p:grpSpPr>
          <a:xfrm flipH="1">
            <a:off x="0" y="4876025"/>
            <a:ext cx="9144000" cy="267600"/>
            <a:chOff x="0" y="4876025"/>
            <a:chExt cx="9144000" cy="267600"/>
          </a:xfrm>
        </p:grpSpPr>
        <p:sp>
          <p:nvSpPr>
            <p:cNvPr id="127" name="Google Shape;127;p18"/>
            <p:cNvSpPr/>
            <p:nvPr/>
          </p:nvSpPr>
          <p:spPr>
            <a:xfrm>
              <a:off x="0" y="4876025"/>
              <a:ext cx="9144000" cy="26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8" name="Google Shape;128;p18"/>
            <p:cNvCxnSpPr/>
            <p:nvPr/>
          </p:nvCxnSpPr>
          <p:spPr>
            <a:xfrm>
              <a:off x="4572000" y="5009825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_1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cxnSp>
        <p:nvCxnSpPr>
          <p:cNvPr id="131" name="Google Shape;131;p19"/>
          <p:cNvCxnSpPr/>
          <p:nvPr/>
        </p:nvCxnSpPr>
        <p:spPr>
          <a:xfrm>
            <a:off x="0" y="262400"/>
            <a:ext cx="228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_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0" y="0"/>
            <a:ext cx="9144075" cy="5143500"/>
            <a:chOff x="0" y="0"/>
            <a:chExt cx="9144075" cy="5143500"/>
          </a:xfrm>
        </p:grpSpPr>
        <p:sp>
          <p:nvSpPr>
            <p:cNvPr id="134" name="Google Shape;134;p20"/>
            <p:cNvSpPr/>
            <p:nvPr/>
          </p:nvSpPr>
          <p:spPr>
            <a:xfrm>
              <a:off x="4185975" y="4426700"/>
              <a:ext cx="4958100" cy="711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>
              <a:off x="0" y="0"/>
              <a:ext cx="852900" cy="5143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20"/>
          <p:cNvSpPr txBox="1"/>
          <p:nvPr>
            <p:ph type="title"/>
          </p:nvPr>
        </p:nvSpPr>
        <p:spPr>
          <a:xfrm>
            <a:off x="4082225" y="544275"/>
            <a:ext cx="4224300" cy="120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2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/>
        </p:txBody>
      </p:sp>
      <p:sp>
        <p:nvSpPr>
          <p:cNvPr id="137" name="Google Shape;137;p20"/>
          <p:cNvSpPr txBox="1"/>
          <p:nvPr>
            <p:ph idx="1" type="subTitle"/>
          </p:nvPr>
        </p:nvSpPr>
        <p:spPr>
          <a:xfrm>
            <a:off x="4082150" y="1747875"/>
            <a:ext cx="4224300" cy="25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grpSp>
        <p:nvGrpSpPr>
          <p:cNvPr id="138" name="Google Shape;138;p20"/>
          <p:cNvGrpSpPr/>
          <p:nvPr/>
        </p:nvGrpSpPr>
        <p:grpSpPr>
          <a:xfrm>
            <a:off x="150" y="539500"/>
            <a:ext cx="8430625" cy="4604000"/>
            <a:chOff x="150" y="539500"/>
            <a:chExt cx="8430625" cy="4604000"/>
          </a:xfrm>
        </p:grpSpPr>
        <p:cxnSp>
          <p:nvCxnSpPr>
            <p:cNvPr id="139" name="Google Shape;139;p20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" name="Google Shape;140;p20"/>
            <p:cNvCxnSpPr/>
            <p:nvPr/>
          </p:nvCxnSpPr>
          <p:spPr>
            <a:xfrm rot="10800000">
              <a:off x="150" y="539500"/>
              <a:ext cx="4336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1" name="Google Shape;141;p20"/>
          <p:cNvSpPr/>
          <p:nvPr>
            <p:ph idx="2" type="pic"/>
          </p:nvPr>
        </p:nvSpPr>
        <p:spPr>
          <a:xfrm>
            <a:off x="592075" y="544275"/>
            <a:ext cx="3312000" cy="3884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1691100" y="1759300"/>
            <a:ext cx="5761800" cy="20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Char char="■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9pPr>
          </a:lstStyle>
          <a:p/>
        </p:txBody>
      </p:sp>
      <p:sp>
        <p:nvSpPr>
          <p:cNvPr id="144" name="Google Shape;144;p21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45" name="Google Shape;145;p21"/>
          <p:cNvSpPr/>
          <p:nvPr/>
        </p:nvSpPr>
        <p:spPr>
          <a:xfrm flipH="1">
            <a:off x="0" y="487590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6" name="Google Shape;146;p21"/>
          <p:cNvGrpSpPr/>
          <p:nvPr/>
        </p:nvGrpSpPr>
        <p:grpSpPr>
          <a:xfrm>
            <a:off x="276825" y="267475"/>
            <a:ext cx="8860200" cy="4876025"/>
            <a:chOff x="276825" y="267475"/>
            <a:chExt cx="8860200" cy="4876025"/>
          </a:xfrm>
        </p:grpSpPr>
        <p:cxnSp>
          <p:nvCxnSpPr>
            <p:cNvPr id="147" name="Google Shape;147;p21"/>
            <p:cNvCxnSpPr/>
            <p:nvPr/>
          </p:nvCxnSpPr>
          <p:spPr>
            <a:xfrm rot="10800000">
              <a:off x="276825" y="2571900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" name="Google Shape;148;p21"/>
            <p:cNvCxnSpPr/>
            <p:nvPr/>
          </p:nvCxnSpPr>
          <p:spPr>
            <a:xfrm>
              <a:off x="4565025" y="267475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1_1_1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948325" y="1185562"/>
            <a:ext cx="4863300" cy="80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51" name="Google Shape;151;p22"/>
          <p:cNvSpPr txBox="1"/>
          <p:nvPr>
            <p:ph idx="1" type="subTitle"/>
          </p:nvPr>
        </p:nvSpPr>
        <p:spPr>
          <a:xfrm>
            <a:off x="948325" y="2112038"/>
            <a:ext cx="4863300" cy="18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2" name="Google Shape;152;p22"/>
          <p:cNvSpPr/>
          <p:nvPr/>
        </p:nvSpPr>
        <p:spPr>
          <a:xfrm flipH="1" rot="10800000"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22"/>
          <p:cNvGrpSpPr/>
          <p:nvPr/>
        </p:nvGrpSpPr>
        <p:grpSpPr>
          <a:xfrm flipH="1" rot="10800000">
            <a:off x="-55375" y="0"/>
            <a:ext cx="9199250" cy="4604000"/>
            <a:chOff x="-55375" y="539500"/>
            <a:chExt cx="9199250" cy="4604000"/>
          </a:xfrm>
        </p:grpSpPr>
        <p:cxnSp>
          <p:nvCxnSpPr>
            <p:cNvPr id="154" name="Google Shape;154;p22"/>
            <p:cNvCxnSpPr/>
            <p:nvPr/>
          </p:nvCxnSpPr>
          <p:spPr>
            <a:xfrm>
              <a:off x="-55375" y="4608575"/>
              <a:ext cx="4571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22"/>
            <p:cNvCxnSpPr/>
            <p:nvPr/>
          </p:nvCxnSpPr>
          <p:spPr>
            <a:xfrm>
              <a:off x="4585075" y="539500"/>
              <a:ext cx="4558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2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1_1_1_1_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1262175" y="1023602"/>
            <a:ext cx="2890500" cy="167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59" name="Google Shape;159;p23"/>
          <p:cNvSpPr txBox="1"/>
          <p:nvPr>
            <p:ph idx="1" type="subTitle"/>
          </p:nvPr>
        </p:nvSpPr>
        <p:spPr>
          <a:xfrm>
            <a:off x="1262175" y="2702272"/>
            <a:ext cx="2890500" cy="14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3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1" name="Google Shape;161;p23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162" name="Google Shape;162;p23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" name="Google Shape;163;p23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_1_1_1_1_1_1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4746800" y="1023600"/>
            <a:ext cx="2630100" cy="152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66" name="Google Shape;166;p24"/>
          <p:cNvSpPr txBox="1"/>
          <p:nvPr>
            <p:ph idx="1" type="subTitle"/>
          </p:nvPr>
        </p:nvSpPr>
        <p:spPr>
          <a:xfrm>
            <a:off x="4746800" y="2545055"/>
            <a:ext cx="2630100" cy="15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7" name="Google Shape;167;p24"/>
          <p:cNvGrpSpPr/>
          <p:nvPr/>
        </p:nvGrpSpPr>
        <p:grpSpPr>
          <a:xfrm flipH="1">
            <a:off x="0" y="0"/>
            <a:ext cx="9144075" cy="5143500"/>
            <a:chOff x="0" y="0"/>
            <a:chExt cx="9144075" cy="5143500"/>
          </a:xfrm>
        </p:grpSpPr>
        <p:grpSp>
          <p:nvGrpSpPr>
            <p:cNvPr id="168" name="Google Shape;168;p24"/>
            <p:cNvGrpSpPr/>
            <p:nvPr/>
          </p:nvGrpSpPr>
          <p:grpSpPr>
            <a:xfrm>
              <a:off x="0" y="0"/>
              <a:ext cx="9144075" cy="5143500"/>
              <a:chOff x="0" y="0"/>
              <a:chExt cx="9144075" cy="5143500"/>
            </a:xfrm>
          </p:grpSpPr>
          <p:sp>
            <p:nvSpPr>
              <p:cNvPr id="169" name="Google Shape;169;p24"/>
              <p:cNvSpPr/>
              <p:nvPr/>
            </p:nvSpPr>
            <p:spPr>
              <a:xfrm>
                <a:off x="4185975" y="4608575"/>
                <a:ext cx="4958100" cy="529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24"/>
              <p:cNvSpPr/>
              <p:nvPr/>
            </p:nvSpPr>
            <p:spPr>
              <a:xfrm>
                <a:off x="0" y="0"/>
                <a:ext cx="852900" cy="5143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1" name="Google Shape;171;p24"/>
            <p:cNvGrpSpPr/>
            <p:nvPr/>
          </p:nvGrpSpPr>
          <p:grpSpPr>
            <a:xfrm>
              <a:off x="150" y="539500"/>
              <a:ext cx="8430625" cy="4604000"/>
              <a:chOff x="150" y="539500"/>
              <a:chExt cx="8430625" cy="4604000"/>
            </a:xfrm>
          </p:grpSpPr>
          <p:cxnSp>
            <p:nvCxnSpPr>
              <p:cNvPr id="172" name="Google Shape;172;p24"/>
              <p:cNvCxnSpPr/>
              <p:nvPr/>
            </p:nvCxnSpPr>
            <p:spPr>
              <a:xfrm rot="10800000">
                <a:off x="8430775" y="805200"/>
                <a:ext cx="0" cy="43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" name="Google Shape;173;p24"/>
              <p:cNvCxnSpPr/>
              <p:nvPr/>
            </p:nvCxnSpPr>
            <p:spPr>
              <a:xfrm rot="10800000">
                <a:off x="150" y="539500"/>
                <a:ext cx="433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76" name="Google Shape;176;p25"/>
          <p:cNvSpPr txBox="1"/>
          <p:nvPr>
            <p:ph idx="1" type="body"/>
          </p:nvPr>
        </p:nvSpPr>
        <p:spPr>
          <a:xfrm>
            <a:off x="713225" y="1682875"/>
            <a:ext cx="3780900" cy="27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hivo"/>
              <a:buChar char="■"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2" type="body"/>
          </p:nvPr>
        </p:nvSpPr>
        <p:spPr>
          <a:xfrm>
            <a:off x="4651325" y="1682875"/>
            <a:ext cx="3780900" cy="27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■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hivo"/>
              <a:buChar char="■"/>
              <a:defRPr/>
            </a:lvl9pPr>
          </a:lstStyle>
          <a:p/>
        </p:txBody>
      </p:sp>
      <p:sp>
        <p:nvSpPr>
          <p:cNvPr id="178" name="Google Shape;178;p25"/>
          <p:cNvSpPr txBox="1"/>
          <p:nvPr>
            <p:ph idx="3" type="subTitle"/>
          </p:nvPr>
        </p:nvSpPr>
        <p:spPr>
          <a:xfrm>
            <a:off x="713250" y="1217050"/>
            <a:ext cx="7717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5"/>
          <p:cNvSpPr/>
          <p:nvPr/>
        </p:nvSpPr>
        <p:spPr>
          <a:xfrm flipH="1">
            <a:off x="713400" y="4876025"/>
            <a:ext cx="84306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" name="Google Shape;180;p25"/>
          <p:cNvGrpSpPr/>
          <p:nvPr/>
        </p:nvGrpSpPr>
        <p:grpSpPr>
          <a:xfrm>
            <a:off x="283800" y="-4100"/>
            <a:ext cx="8576400" cy="5147625"/>
            <a:chOff x="283800" y="-4100"/>
            <a:chExt cx="8576400" cy="5147625"/>
          </a:xfrm>
        </p:grpSpPr>
        <p:cxnSp>
          <p:nvCxnSpPr>
            <p:cNvPr id="181" name="Google Shape;181;p25"/>
            <p:cNvCxnSpPr/>
            <p:nvPr/>
          </p:nvCxnSpPr>
          <p:spPr>
            <a:xfrm>
              <a:off x="8860200" y="2571925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" name="Google Shape;182;p25"/>
            <p:cNvCxnSpPr/>
            <p:nvPr/>
          </p:nvCxnSpPr>
          <p:spPr>
            <a:xfrm>
              <a:off x="283800" y="-4100"/>
              <a:ext cx="0" cy="257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3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85" name="Google Shape;185;p26"/>
          <p:cNvSpPr txBox="1"/>
          <p:nvPr>
            <p:ph idx="1" type="subTitle"/>
          </p:nvPr>
        </p:nvSpPr>
        <p:spPr>
          <a:xfrm>
            <a:off x="1106875" y="1964500"/>
            <a:ext cx="3200400" cy="18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6"/>
          <p:cNvSpPr txBox="1"/>
          <p:nvPr>
            <p:ph idx="2" type="subTitle"/>
          </p:nvPr>
        </p:nvSpPr>
        <p:spPr>
          <a:xfrm>
            <a:off x="4836725" y="1964500"/>
            <a:ext cx="3200400" cy="18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/>
          <p:nvPr/>
        </p:nvSpPr>
        <p:spPr>
          <a:xfrm rot="10800000">
            <a:off x="8860200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8" name="Google Shape;188;p26"/>
          <p:cNvGrpSpPr/>
          <p:nvPr/>
        </p:nvGrpSpPr>
        <p:grpSpPr>
          <a:xfrm rot="10800000">
            <a:off x="-125" y="267450"/>
            <a:ext cx="9002225" cy="4876050"/>
            <a:chOff x="141900" y="-26"/>
            <a:chExt cx="9002225" cy="4876050"/>
          </a:xfrm>
        </p:grpSpPr>
        <p:cxnSp>
          <p:nvCxnSpPr>
            <p:cNvPr id="189" name="Google Shape;189;p26"/>
            <p:cNvCxnSpPr/>
            <p:nvPr/>
          </p:nvCxnSpPr>
          <p:spPr>
            <a:xfrm>
              <a:off x="7404125" y="4876024"/>
              <a:ext cx="1740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" name="Google Shape;190;p26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93" name="Google Shape;193;p27"/>
          <p:cNvSpPr txBox="1"/>
          <p:nvPr>
            <p:ph idx="1" type="subTitle"/>
          </p:nvPr>
        </p:nvSpPr>
        <p:spPr>
          <a:xfrm>
            <a:off x="713263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7"/>
          <p:cNvSpPr txBox="1"/>
          <p:nvPr>
            <p:ph idx="2" type="subTitle"/>
          </p:nvPr>
        </p:nvSpPr>
        <p:spPr>
          <a:xfrm>
            <a:off x="713263" y="2785375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95" name="Google Shape;195;p27"/>
          <p:cNvSpPr txBox="1"/>
          <p:nvPr>
            <p:ph idx="3" type="subTitle"/>
          </p:nvPr>
        </p:nvSpPr>
        <p:spPr>
          <a:xfrm>
            <a:off x="6030438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7"/>
          <p:cNvSpPr txBox="1"/>
          <p:nvPr>
            <p:ph idx="4" type="subTitle"/>
          </p:nvPr>
        </p:nvSpPr>
        <p:spPr>
          <a:xfrm>
            <a:off x="6030438" y="2782400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5" type="subTitle"/>
          </p:nvPr>
        </p:nvSpPr>
        <p:spPr>
          <a:xfrm>
            <a:off x="3371850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7"/>
          <p:cNvSpPr txBox="1"/>
          <p:nvPr>
            <p:ph idx="6" type="subTitle"/>
          </p:nvPr>
        </p:nvSpPr>
        <p:spPr>
          <a:xfrm>
            <a:off x="3371850" y="2782400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5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01" name="Google Shape;201;p28"/>
          <p:cNvSpPr txBox="1"/>
          <p:nvPr>
            <p:ph idx="1" type="subTitle"/>
          </p:nvPr>
        </p:nvSpPr>
        <p:spPr>
          <a:xfrm>
            <a:off x="865625" y="3694227"/>
            <a:ext cx="22626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28"/>
          <p:cNvSpPr txBox="1"/>
          <p:nvPr>
            <p:ph idx="2" type="subTitle"/>
          </p:nvPr>
        </p:nvSpPr>
        <p:spPr>
          <a:xfrm>
            <a:off x="865625" y="3103975"/>
            <a:ext cx="22626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3" type="subTitle"/>
          </p:nvPr>
        </p:nvSpPr>
        <p:spPr>
          <a:xfrm>
            <a:off x="6015775" y="3694227"/>
            <a:ext cx="22626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8"/>
          <p:cNvSpPr txBox="1"/>
          <p:nvPr>
            <p:ph idx="4" type="subTitle"/>
          </p:nvPr>
        </p:nvSpPr>
        <p:spPr>
          <a:xfrm>
            <a:off x="6015775" y="3103975"/>
            <a:ext cx="22626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5" type="subTitle"/>
          </p:nvPr>
        </p:nvSpPr>
        <p:spPr>
          <a:xfrm>
            <a:off x="3440700" y="3694227"/>
            <a:ext cx="22626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8"/>
          <p:cNvSpPr txBox="1"/>
          <p:nvPr>
            <p:ph idx="6" type="subTitle"/>
          </p:nvPr>
        </p:nvSpPr>
        <p:spPr>
          <a:xfrm>
            <a:off x="3440700" y="3103975"/>
            <a:ext cx="22626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07" name="Google Shape;207;p28"/>
          <p:cNvSpPr/>
          <p:nvPr/>
        </p:nvSpPr>
        <p:spPr>
          <a:xfrm>
            <a:off x="0" y="4876025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8" name="Google Shape;208;p28"/>
          <p:cNvGrpSpPr/>
          <p:nvPr/>
        </p:nvGrpSpPr>
        <p:grpSpPr>
          <a:xfrm>
            <a:off x="283800" y="-48"/>
            <a:ext cx="8860200" cy="5009873"/>
            <a:chOff x="283800" y="-48"/>
            <a:chExt cx="8860200" cy="5009873"/>
          </a:xfrm>
        </p:grpSpPr>
        <p:cxnSp>
          <p:nvCxnSpPr>
            <p:cNvPr id="209" name="Google Shape;209;p28"/>
            <p:cNvCxnSpPr/>
            <p:nvPr/>
          </p:nvCxnSpPr>
          <p:spPr>
            <a:xfrm>
              <a:off x="4572000" y="5009825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" name="Google Shape;210;p28"/>
            <p:cNvCxnSpPr/>
            <p:nvPr/>
          </p:nvCxnSpPr>
          <p:spPr>
            <a:xfrm rot="10800000">
              <a:off x="283800" y="-48"/>
              <a:ext cx="0" cy="2919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6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13" name="Google Shape;213;p29"/>
          <p:cNvSpPr txBox="1"/>
          <p:nvPr>
            <p:ph idx="1" type="subTitle"/>
          </p:nvPr>
        </p:nvSpPr>
        <p:spPr>
          <a:xfrm>
            <a:off x="1877250" y="1850002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9"/>
          <p:cNvSpPr txBox="1"/>
          <p:nvPr>
            <p:ph idx="2" type="subTitle"/>
          </p:nvPr>
        </p:nvSpPr>
        <p:spPr>
          <a:xfrm>
            <a:off x="1877250" y="1375200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3" type="subTitle"/>
          </p:nvPr>
        </p:nvSpPr>
        <p:spPr>
          <a:xfrm>
            <a:off x="1877250" y="3515601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9"/>
          <p:cNvSpPr txBox="1"/>
          <p:nvPr>
            <p:ph idx="4" type="subTitle"/>
          </p:nvPr>
        </p:nvSpPr>
        <p:spPr>
          <a:xfrm>
            <a:off x="1877250" y="3040799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5" type="subTitle"/>
          </p:nvPr>
        </p:nvSpPr>
        <p:spPr>
          <a:xfrm>
            <a:off x="6112075" y="1850002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29"/>
          <p:cNvSpPr txBox="1"/>
          <p:nvPr>
            <p:ph idx="6" type="subTitle"/>
          </p:nvPr>
        </p:nvSpPr>
        <p:spPr>
          <a:xfrm>
            <a:off x="6112075" y="1375200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19" name="Google Shape;219;p29"/>
          <p:cNvSpPr txBox="1"/>
          <p:nvPr>
            <p:ph idx="7" type="subTitle"/>
          </p:nvPr>
        </p:nvSpPr>
        <p:spPr>
          <a:xfrm>
            <a:off x="6112075" y="3515601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9"/>
          <p:cNvSpPr txBox="1"/>
          <p:nvPr>
            <p:ph idx="8" type="subTitle"/>
          </p:nvPr>
        </p:nvSpPr>
        <p:spPr>
          <a:xfrm>
            <a:off x="6112075" y="3040799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21" name="Google Shape;221;p29"/>
          <p:cNvSpPr/>
          <p:nvPr/>
        </p:nvSpPr>
        <p:spPr>
          <a:xfrm flipH="1">
            <a:off x="886020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" name="Google Shape;222;p29"/>
          <p:cNvCxnSpPr/>
          <p:nvPr/>
        </p:nvCxnSpPr>
        <p:spPr>
          <a:xfrm rot="10800000">
            <a:off x="9002100" y="-26"/>
            <a:ext cx="0" cy="395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6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25" name="Google Shape;225;p30"/>
          <p:cNvSpPr txBox="1"/>
          <p:nvPr>
            <p:ph idx="1" type="subTitle"/>
          </p:nvPr>
        </p:nvSpPr>
        <p:spPr>
          <a:xfrm>
            <a:off x="7132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0"/>
          <p:cNvSpPr txBox="1"/>
          <p:nvPr>
            <p:ph idx="2" type="subTitle"/>
          </p:nvPr>
        </p:nvSpPr>
        <p:spPr>
          <a:xfrm>
            <a:off x="7132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27" name="Google Shape;227;p30"/>
          <p:cNvSpPr txBox="1"/>
          <p:nvPr>
            <p:ph idx="3" type="subTitle"/>
          </p:nvPr>
        </p:nvSpPr>
        <p:spPr>
          <a:xfrm>
            <a:off x="60304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0"/>
          <p:cNvSpPr txBox="1"/>
          <p:nvPr>
            <p:ph idx="4" type="subTitle"/>
          </p:nvPr>
        </p:nvSpPr>
        <p:spPr>
          <a:xfrm>
            <a:off x="60304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29" name="Google Shape;229;p30"/>
          <p:cNvSpPr txBox="1"/>
          <p:nvPr>
            <p:ph idx="5" type="subTitle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0"/>
          <p:cNvSpPr txBox="1"/>
          <p:nvPr>
            <p:ph idx="6" type="subTitle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31" name="Google Shape;231;p30"/>
          <p:cNvSpPr txBox="1"/>
          <p:nvPr>
            <p:ph idx="7" type="subTitle"/>
          </p:nvPr>
        </p:nvSpPr>
        <p:spPr>
          <a:xfrm>
            <a:off x="2042531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0"/>
          <p:cNvSpPr txBox="1"/>
          <p:nvPr>
            <p:ph idx="8" type="subTitle"/>
          </p:nvPr>
        </p:nvSpPr>
        <p:spPr>
          <a:xfrm>
            <a:off x="2042531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33" name="Google Shape;233;p30"/>
          <p:cNvSpPr txBox="1"/>
          <p:nvPr>
            <p:ph idx="9" type="subTitle"/>
          </p:nvPr>
        </p:nvSpPr>
        <p:spPr>
          <a:xfrm>
            <a:off x="4701169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30"/>
          <p:cNvSpPr txBox="1"/>
          <p:nvPr>
            <p:ph idx="13" type="subTitle"/>
          </p:nvPr>
        </p:nvSpPr>
        <p:spPr>
          <a:xfrm>
            <a:off x="4701169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35" name="Google Shape;235;p30"/>
          <p:cNvSpPr/>
          <p:nvPr/>
        </p:nvSpPr>
        <p:spPr>
          <a:xfrm>
            <a:off x="0" y="4876025"/>
            <a:ext cx="84306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6" name="Google Shape;236;p30"/>
          <p:cNvGrpSpPr/>
          <p:nvPr/>
        </p:nvGrpSpPr>
        <p:grpSpPr>
          <a:xfrm flipH="1">
            <a:off x="283800" y="-4100"/>
            <a:ext cx="8576400" cy="5147625"/>
            <a:chOff x="283800" y="-4100"/>
            <a:chExt cx="8576400" cy="5147625"/>
          </a:xfrm>
        </p:grpSpPr>
        <p:cxnSp>
          <p:nvCxnSpPr>
            <p:cNvPr id="237" name="Google Shape;237;p30"/>
            <p:cNvCxnSpPr/>
            <p:nvPr/>
          </p:nvCxnSpPr>
          <p:spPr>
            <a:xfrm>
              <a:off x="8860200" y="2571925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8" name="Google Shape;238;p30"/>
            <p:cNvCxnSpPr/>
            <p:nvPr/>
          </p:nvCxnSpPr>
          <p:spPr>
            <a:xfrm>
              <a:off x="283800" y="-4100"/>
              <a:ext cx="0" cy="257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41" name="Google Shape;241;p31"/>
          <p:cNvSpPr txBox="1"/>
          <p:nvPr>
            <p:ph idx="1" type="subTitle"/>
          </p:nvPr>
        </p:nvSpPr>
        <p:spPr>
          <a:xfrm>
            <a:off x="713244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31"/>
          <p:cNvSpPr txBox="1"/>
          <p:nvPr>
            <p:ph idx="2" type="subTitle"/>
          </p:nvPr>
        </p:nvSpPr>
        <p:spPr>
          <a:xfrm>
            <a:off x="713244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43" name="Google Shape;243;p31"/>
          <p:cNvSpPr txBox="1"/>
          <p:nvPr>
            <p:ph idx="3" type="subTitle"/>
          </p:nvPr>
        </p:nvSpPr>
        <p:spPr>
          <a:xfrm>
            <a:off x="6030456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1"/>
          <p:cNvSpPr txBox="1"/>
          <p:nvPr>
            <p:ph idx="4" type="subTitle"/>
          </p:nvPr>
        </p:nvSpPr>
        <p:spPr>
          <a:xfrm>
            <a:off x="6030456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45" name="Google Shape;245;p31"/>
          <p:cNvSpPr txBox="1"/>
          <p:nvPr>
            <p:ph idx="5" type="subTitle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31"/>
          <p:cNvSpPr txBox="1"/>
          <p:nvPr>
            <p:ph idx="6" type="subTitle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47" name="Google Shape;247;p31"/>
          <p:cNvSpPr txBox="1"/>
          <p:nvPr>
            <p:ph idx="7" type="subTitle"/>
          </p:nvPr>
        </p:nvSpPr>
        <p:spPr>
          <a:xfrm>
            <a:off x="713244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31"/>
          <p:cNvSpPr txBox="1"/>
          <p:nvPr>
            <p:ph idx="8" type="subTitle"/>
          </p:nvPr>
        </p:nvSpPr>
        <p:spPr>
          <a:xfrm>
            <a:off x="713244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49" name="Google Shape;249;p31"/>
          <p:cNvSpPr txBox="1"/>
          <p:nvPr>
            <p:ph idx="9" type="subTitle"/>
          </p:nvPr>
        </p:nvSpPr>
        <p:spPr>
          <a:xfrm>
            <a:off x="3371850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1"/>
          <p:cNvSpPr txBox="1"/>
          <p:nvPr>
            <p:ph idx="13" type="subTitle"/>
          </p:nvPr>
        </p:nvSpPr>
        <p:spPr>
          <a:xfrm>
            <a:off x="3371850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51" name="Google Shape;251;p31"/>
          <p:cNvSpPr txBox="1"/>
          <p:nvPr>
            <p:ph idx="14" type="subTitle"/>
          </p:nvPr>
        </p:nvSpPr>
        <p:spPr>
          <a:xfrm>
            <a:off x="6030456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31"/>
          <p:cNvSpPr txBox="1"/>
          <p:nvPr>
            <p:ph idx="15" type="subTitle"/>
          </p:nvPr>
        </p:nvSpPr>
        <p:spPr>
          <a:xfrm>
            <a:off x="6030456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53" name="Google Shape;253;p31"/>
          <p:cNvSpPr/>
          <p:nvPr/>
        </p:nvSpPr>
        <p:spPr>
          <a:xfrm flipH="1" rot="10800000">
            <a:off x="25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4" name="Google Shape;254;p31"/>
          <p:cNvGrpSpPr/>
          <p:nvPr/>
        </p:nvGrpSpPr>
        <p:grpSpPr>
          <a:xfrm flipH="1" rot="10800000">
            <a:off x="141925" y="267450"/>
            <a:ext cx="9001950" cy="4876050"/>
            <a:chOff x="141900" y="-26"/>
            <a:chExt cx="9001950" cy="4876050"/>
          </a:xfrm>
        </p:grpSpPr>
        <p:cxnSp>
          <p:nvCxnSpPr>
            <p:cNvPr id="255" name="Google Shape;255;p31"/>
            <p:cNvCxnSpPr/>
            <p:nvPr/>
          </p:nvCxnSpPr>
          <p:spPr>
            <a:xfrm>
              <a:off x="7907850" y="4876024"/>
              <a:ext cx="1236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6" name="Google Shape;256;p31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>
            <p:ph type="title"/>
          </p:nvPr>
        </p:nvSpPr>
        <p:spPr>
          <a:xfrm>
            <a:off x="2654700" y="530250"/>
            <a:ext cx="38346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259" name="Google Shape;259;p32"/>
          <p:cNvSpPr txBox="1"/>
          <p:nvPr>
            <p:ph idx="1" type="subTitle"/>
          </p:nvPr>
        </p:nvSpPr>
        <p:spPr>
          <a:xfrm>
            <a:off x="2654700" y="2342156"/>
            <a:ext cx="3834600" cy="9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55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9pPr>
          </a:lstStyle>
          <a:p/>
        </p:txBody>
      </p:sp>
      <p:sp>
        <p:nvSpPr>
          <p:cNvPr id="260" name="Google Shape;260;p32"/>
          <p:cNvSpPr txBox="1"/>
          <p:nvPr>
            <p:ph idx="2" type="subTitle"/>
          </p:nvPr>
        </p:nvSpPr>
        <p:spPr>
          <a:xfrm>
            <a:off x="2654700" y="4111851"/>
            <a:ext cx="3834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0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9pPr>
          </a:lstStyle>
          <a:p/>
        </p:txBody>
      </p:sp>
      <p:grpSp>
        <p:nvGrpSpPr>
          <p:cNvPr id="261" name="Google Shape;261;p32"/>
          <p:cNvGrpSpPr/>
          <p:nvPr/>
        </p:nvGrpSpPr>
        <p:grpSpPr>
          <a:xfrm>
            <a:off x="713688" y="2579400"/>
            <a:ext cx="8430488" cy="2564100"/>
            <a:chOff x="713688" y="2579400"/>
            <a:chExt cx="8430488" cy="2564100"/>
          </a:xfrm>
        </p:grpSpPr>
        <p:cxnSp>
          <p:nvCxnSpPr>
            <p:cNvPr id="262" name="Google Shape;262;p32"/>
            <p:cNvCxnSpPr/>
            <p:nvPr/>
          </p:nvCxnSpPr>
          <p:spPr>
            <a:xfrm>
              <a:off x="2839075" y="4876025"/>
              <a:ext cx="6305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3" name="Google Shape;263;p32"/>
            <p:cNvCxnSpPr/>
            <p:nvPr/>
          </p:nvCxnSpPr>
          <p:spPr>
            <a:xfrm rot="10800000">
              <a:off x="713688" y="2579400"/>
              <a:ext cx="0" cy="2564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4" name="Google Shape;264;p32"/>
          <p:cNvSpPr txBox="1"/>
          <p:nvPr/>
        </p:nvSpPr>
        <p:spPr>
          <a:xfrm>
            <a:off x="2654700" y="3304597"/>
            <a:ext cx="38346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Credits: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,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</a:t>
            </a:r>
            <a:r>
              <a:rPr b="1" lang="en" sz="1200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</a:t>
            </a:r>
            <a:endParaRPr sz="12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" name="Google Shape;266;p3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3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8" name="Google Shape;268;p3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33"/>
          <p:cNvCxnSpPr/>
          <p:nvPr/>
        </p:nvCxnSpPr>
        <p:spPr>
          <a:xfrm rot="10800000">
            <a:off x="711250" y="0"/>
            <a:ext cx="0" cy="413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2" name="Google Shape;272;p34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273" name="Google Shape;273;p34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34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ONE_COLUMN_TEXT_1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7" name="Google Shape;277;p35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8" name="Google Shape;27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6"/>
          <p:cNvSpPr txBox="1"/>
          <p:nvPr>
            <p:ph type="ctrTitle"/>
          </p:nvPr>
        </p:nvSpPr>
        <p:spPr>
          <a:xfrm>
            <a:off x="713225" y="1014550"/>
            <a:ext cx="5602200" cy="221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GitHub Auto- documentation via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Doxygen</a:t>
            </a:r>
            <a:endParaRPr/>
          </a:p>
        </p:txBody>
      </p:sp>
      <p:sp>
        <p:nvSpPr>
          <p:cNvPr id="284" name="Google Shape;284;p36"/>
          <p:cNvSpPr txBox="1"/>
          <p:nvPr>
            <p:ph idx="1" type="subTitle"/>
          </p:nvPr>
        </p:nvSpPr>
        <p:spPr>
          <a:xfrm>
            <a:off x="713225" y="3315975"/>
            <a:ext cx="5602200" cy="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Rain Chung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(jinrainchung@gmail.com)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7"/>
          <p:cNvSpPr txBox="1"/>
          <p:nvPr>
            <p:ph idx="4294967295" type="title"/>
          </p:nvPr>
        </p:nvSpPr>
        <p:spPr>
          <a:xfrm>
            <a:off x="754900" y="447716"/>
            <a:ext cx="2808000" cy="5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What is Doxygen?</a:t>
            </a:r>
            <a:endParaRPr sz="2000"/>
          </a:p>
        </p:txBody>
      </p:sp>
      <p:sp>
        <p:nvSpPr>
          <p:cNvPr id="290" name="Google Shape;290;p37"/>
          <p:cNvSpPr txBox="1"/>
          <p:nvPr>
            <p:ph idx="4294967295" type="body"/>
          </p:nvPr>
        </p:nvSpPr>
        <p:spPr>
          <a:xfrm>
            <a:off x="754900" y="1105993"/>
            <a:ext cx="2808000" cy="37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“It automates the generation of documentation from source code comments, parsing information about classes, functions</a:t>
            </a:r>
            <a:r>
              <a:rPr lang="en" sz="1400"/>
              <a:t>, and variables…</a:t>
            </a:r>
            <a:r>
              <a:rPr lang="en" sz="1400"/>
              <a:t>”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1600"/>
              </a:spcAft>
              <a:buSzPts val="1400"/>
              <a:buChar char="●"/>
            </a:pPr>
            <a:r>
              <a:rPr lang="en" sz="1400"/>
              <a:t>Even though it primarily outputs in HTML formatting, the files it produces can be converted into other formats, like MarkDown, which is helpful for</a:t>
            </a:r>
            <a:r>
              <a:rPr lang="en"/>
              <a:t> things in the future…</a:t>
            </a:r>
            <a:endParaRPr sz="1400"/>
          </a:p>
        </p:txBody>
      </p:sp>
      <p:pic>
        <p:nvPicPr>
          <p:cNvPr id="291" name="Google Shape;291;p37" title="Screenshot 2026-08-20 at 4.22.1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5400" y="447725"/>
            <a:ext cx="3310588" cy="263846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2" name="Google Shape;292;p37" title="Screenshot 2026-08-20 at 4.23.2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5402" y="3086189"/>
            <a:ext cx="3310582" cy="1765213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3" name="Google Shape;293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89300" y="447713"/>
            <a:ext cx="755700" cy="83396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 txBox="1"/>
          <p:nvPr>
            <p:ph idx="4294967295" type="title"/>
          </p:nvPr>
        </p:nvSpPr>
        <p:spPr>
          <a:xfrm>
            <a:off x="718100" y="555600"/>
            <a:ext cx="2808000" cy="7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Quick “User Manual”</a:t>
            </a:r>
            <a:endParaRPr sz="2000"/>
          </a:p>
        </p:txBody>
      </p:sp>
      <p:sp>
        <p:nvSpPr>
          <p:cNvPr id="299" name="Google Shape;299;p38"/>
          <p:cNvSpPr txBox="1"/>
          <p:nvPr>
            <p:ph idx="4294967295" type="body"/>
          </p:nvPr>
        </p:nvSpPr>
        <p:spPr>
          <a:xfrm>
            <a:off x="718100" y="1399400"/>
            <a:ext cx="2808000" cy="30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Through GUI or console commands, direct Doxygen to your source file. This will automatically export into an HTML format.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1600"/>
              </a:spcAft>
              <a:buSzPts val="1400"/>
              <a:buChar char="●"/>
            </a:pPr>
            <a:r>
              <a:rPr lang="en" sz="1400"/>
              <a:t>To run the program more to your specs, you can edit individual settings through the GUI or through a Doxyfile.</a:t>
            </a:r>
            <a:endParaRPr sz="1400"/>
          </a:p>
        </p:txBody>
      </p:sp>
      <p:pic>
        <p:nvPicPr>
          <p:cNvPr id="300" name="Google Shape;300;p38" title="Screenshot 2026-08-21 at 10.46.3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3400" y="555600"/>
            <a:ext cx="3358756" cy="2059578"/>
          </a:xfrm>
          <a:prstGeom prst="rect">
            <a:avLst/>
          </a:prstGeom>
          <a:noFill/>
          <a:ln cap="flat" cmpd="sng" w="17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1" name="Google Shape;301;p38" title="Screenshot 2026-08-21 at 10.47.06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3400" y="2615174"/>
            <a:ext cx="3358759" cy="2249477"/>
          </a:xfrm>
          <a:prstGeom prst="rect">
            <a:avLst/>
          </a:prstGeom>
          <a:noFill/>
          <a:ln cap="flat" cmpd="sng" w="17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idx="4294967295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Through a GitHub workflow file (and some preparation), Doxygen should automatically take any changes / files added to the MoDELib2 depository (or any other GitHub project) and either create or update a page in a Wiki for said depository.</a:t>
            </a:r>
            <a:endParaRPr sz="1600"/>
          </a:p>
        </p:txBody>
      </p:sp>
      <p:sp>
        <p:nvSpPr>
          <p:cNvPr id="307" name="Google Shape;307;p39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Auto Documentation</a:t>
            </a:r>
            <a:endParaRPr/>
          </a:p>
        </p:txBody>
      </p:sp>
      <p:pic>
        <p:nvPicPr>
          <p:cNvPr id="308" name="Google Shape;308;p39" title="Screenshot 2026-08-20 at 4.28.5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869" y="1275000"/>
            <a:ext cx="4660931" cy="303370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0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 / Pages of Wiki</a:t>
            </a:r>
            <a:endParaRPr/>
          </a:p>
        </p:txBody>
      </p:sp>
      <p:pic>
        <p:nvPicPr>
          <p:cNvPr id="314" name="Google Shape;314;p40" title="Screenshot 2026-08-20 at 4.32.2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5238" y="1020550"/>
            <a:ext cx="1793869" cy="38209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5" name="Google Shape;315;p40" title="Screenshot 2026-08-20 at 4.37.3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9123" y="3401750"/>
            <a:ext cx="3699630" cy="1439767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6" name="Google Shape;316;p40" title="Screenshot 2026-08-20 at 4.40.39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9123" y="1020542"/>
            <a:ext cx="3699632" cy="238120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1"/>
          <p:cNvSpPr txBox="1"/>
          <p:nvPr>
            <p:ph idx="4294967295" type="title"/>
          </p:nvPr>
        </p:nvSpPr>
        <p:spPr>
          <a:xfrm>
            <a:off x="718100" y="555600"/>
            <a:ext cx="2808000" cy="5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What about you?</a:t>
            </a:r>
            <a:endParaRPr sz="2000"/>
          </a:p>
        </p:txBody>
      </p:sp>
      <p:sp>
        <p:nvSpPr>
          <p:cNvPr id="322" name="Google Shape;322;p41"/>
          <p:cNvSpPr txBox="1"/>
          <p:nvPr>
            <p:ph idx="4294967295" type="body"/>
          </p:nvPr>
        </p:nvSpPr>
        <p:spPr>
          <a:xfrm>
            <a:off x="718100" y="1104900"/>
            <a:ext cx="2808000" cy="37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Since Doxygen automatically creates the pages (as seen on last slide), you don’t </a:t>
            </a:r>
            <a:r>
              <a:rPr i="1" lang="en" sz="1400"/>
              <a:t>need</a:t>
            </a:r>
            <a:r>
              <a:rPr lang="en" sz="1400"/>
              <a:t> to be conscious of anything when adding / editing files.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1600"/>
              </a:spcAft>
              <a:buSzPts val="1400"/>
              <a:buChar char="●"/>
            </a:pPr>
            <a:r>
              <a:rPr lang="en" sz="1400"/>
              <a:t>Through the wiki page you can see variables and hierarchies of the C++ and Python classes to hopefully make things easier for you, and (eventually) more detailed pages for select files.</a:t>
            </a:r>
            <a:endParaRPr sz="1400"/>
          </a:p>
        </p:txBody>
      </p:sp>
      <p:pic>
        <p:nvPicPr>
          <p:cNvPr id="323" name="Google Shape;323;p41" title="Screenshot 2026-08-20 at 4.34.0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5450" y="299425"/>
            <a:ext cx="2948525" cy="229019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4" name="Google Shape;324;p41" title="Screenshot 2026-08-20 at 4.33.5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5446" y="2593849"/>
            <a:ext cx="2948527" cy="225022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background with a lot of colorful confetti on it (Provided by Tenor)" id="329" name="Google Shape;32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2"/>
          <p:cNvSpPr txBox="1"/>
          <p:nvPr>
            <p:ph type="ctrTitle"/>
          </p:nvPr>
        </p:nvSpPr>
        <p:spPr>
          <a:xfrm>
            <a:off x="1770900" y="2124900"/>
            <a:ext cx="5602200" cy="89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Commissioner"/>
                <a:ea typeface="Commissioner"/>
                <a:cs typeface="Commissioner"/>
                <a:sym typeface="Commissioner"/>
              </a:rPr>
              <a:t>jinrainchung@gmail.com</a:t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